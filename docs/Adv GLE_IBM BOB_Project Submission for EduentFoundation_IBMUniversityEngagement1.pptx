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8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660362527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Darshan Chikorde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darshanchikorde20@gmail.com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8618473375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4054935" y="3595573"/>
            <a:ext cx="1549452" cy="11718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[Healthcare]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US" sz="2400" b="1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NutriAgent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/>
              <a:t>Problem Statement : Nutrition Agent</a:t>
            </a:r>
            <a:r>
              <a:rPr lang="en-US"/>
              <a:t> 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The Challenge</a:t>
            </a:r>
            <a:r>
              <a:rPr lang="en-US"/>
              <a:t> </a:t>
            </a:r>
          </a:p>
          <a:p>
            <a:pPr fontAlgn="base"/>
            <a:r>
              <a:rPr lang="en-US"/>
              <a:t>Good nutrition is the foundation of health, but individuals often struggle with </a:t>
            </a:r>
            <a:r>
              <a:rPr lang="en-US" b="1"/>
              <a:t>diet planning, portion control, and tracking nutritional intake</a:t>
            </a:r>
            <a:r>
              <a:rPr lang="en-US"/>
              <a:t>. Information about healthy diets, disease-specific nutrition, and food composition is scattered across unreliable sources. Without </a:t>
            </a:r>
            <a:r>
              <a:rPr lang="en-US" b="1"/>
              <a:t>personalized, real-time guidance</a:t>
            </a:r>
            <a:r>
              <a:rPr lang="en-US"/>
              <a:t>, many fail to maintain balanced diets or make informed food choices. </a:t>
            </a:r>
          </a:p>
          <a:p>
            <a:pPr fontAlgn="base"/>
            <a:endParaRPr lang="en-US"/>
          </a:p>
          <a:p>
            <a:pPr fontAlgn="base"/>
            <a:r>
              <a:rPr lang="en-US" b="1"/>
              <a:t>The Objective</a:t>
            </a:r>
            <a:r>
              <a:rPr lang="en-US"/>
              <a:t> </a:t>
            </a:r>
          </a:p>
          <a:p>
            <a:pPr fontAlgn="base"/>
            <a:r>
              <a:rPr lang="en-US"/>
              <a:t>Build an </a:t>
            </a:r>
            <a:r>
              <a:rPr lang="en-US" b="1"/>
              <a:t>AI-powered Nutrition Agent</a:t>
            </a:r>
            <a:r>
              <a:rPr lang="en-US"/>
              <a:t> that delivers </a:t>
            </a:r>
            <a:r>
              <a:rPr lang="en-US" b="1"/>
              <a:t>personalized dietary insights and guidance</a:t>
            </a:r>
            <a:r>
              <a:rPr lang="en-US"/>
              <a:t> for individuals, families, and health professionals. The solution should: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Personalized Diet Plans</a:t>
            </a:r>
            <a:r>
              <a:rPr lang="en-US"/>
              <a:t> – Recommend meals based on age, health conditions, allergies, cultural preferences, and fitness goals.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Food Data RAG Retrieval</a:t>
            </a:r>
            <a:r>
              <a:rPr lang="en-US"/>
              <a:t> – Fetch and summarize nutritional values (calories, macros, vitamins) from reliable sources.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Diet Tracking &amp; Feedback</a:t>
            </a:r>
            <a:r>
              <a:rPr lang="en-US"/>
              <a:t> – Allow users to log meals via text, images, or voice, and provide instant nutritional analysis.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Preventive Health Focus</a:t>
            </a:r>
            <a:r>
              <a:rPr lang="en-US"/>
              <a:t> – Suggest diets for chronic disease management (e.g., diabetes-friendly or heart-healthy plans).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Multi-Agent System</a:t>
            </a:r>
            <a:r>
              <a:rPr lang="en-US"/>
              <a:t> –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Nutrition Knowledge Agent</a:t>
            </a:r>
            <a:r>
              <a:rPr lang="en-US"/>
              <a:t> (fetches nutritional data)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Diet Recommendation Agent</a:t>
            </a:r>
            <a:r>
              <a:rPr lang="en-US"/>
              <a:t> (personalized meal plans)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Health Advisory Agent</a:t>
            </a:r>
            <a:r>
              <a:rPr lang="en-US"/>
              <a:t> (preventive health suggestions)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Food Log &amp; Feedback Agent</a:t>
            </a:r>
            <a:r>
              <a:rPr lang="en-US"/>
              <a:t> (meal tracking + analysis)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Visualization Dashboard</a:t>
            </a:r>
            <a:r>
              <a:rPr lang="en-US"/>
              <a:t> – Show daily/weekly nutrient intake, deficiencies, and progress toward health goals. 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373625" y="1543665"/>
            <a:ext cx="116807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Proposed Solution: AI-Powered Nutrition Agent</a:t>
            </a:r>
          </a:p>
          <a:p>
            <a:r>
              <a:rPr lang="en-IN" b="1"/>
              <a:t>NutriAgent</a:t>
            </a:r>
            <a:r>
              <a:rPr lang="en-IN"/>
              <a:t> is a </a:t>
            </a:r>
            <a:r>
              <a:rPr lang="en-IN" b="1"/>
              <a:t>Multi-Agent Generative AI</a:t>
            </a:r>
            <a:r>
              <a:rPr lang="en-IN"/>
              <a:t> platform using </a:t>
            </a:r>
            <a:r>
              <a:rPr lang="en-IN" b="1"/>
              <a:t>IBM Bob, IBM watsonx.ai, and IBM Granite Models</a:t>
            </a:r>
            <a:r>
              <a:rPr lang="en-IN"/>
              <a:t> to deliver personalized nutrition guidance.</a:t>
            </a:r>
          </a:p>
          <a:p>
            <a:r>
              <a:rPr lang="en-IN" b="1"/>
              <a:t>RAG + Vector Database + Embeddings</a:t>
            </a:r>
            <a:br>
              <a:rPr lang="en-IN"/>
            </a:br>
            <a:r>
              <a:rPr lang="en-IN"/>
              <a:t>Retrieves grounded nutrition knowledge for accurate food and dietary insights.</a:t>
            </a:r>
          </a:p>
          <a:p>
            <a:r>
              <a:rPr lang="en-IN" b="1"/>
              <a:t>4 Specialized AI Agents:</a:t>
            </a:r>
            <a:br>
              <a:rPr lang="en-IN"/>
            </a:br>
            <a:r>
              <a:rPr lang="en-IN" b="1"/>
              <a:t>Nutrition Knowledge</a:t>
            </a:r>
            <a:r>
              <a:rPr lang="en-IN"/>
              <a:t> → food &amp; nutrient retrieval</a:t>
            </a:r>
            <a:br>
              <a:rPr lang="en-IN"/>
            </a:br>
            <a:r>
              <a:rPr lang="en-IN" b="1"/>
              <a:t>Diet Recommendation</a:t>
            </a:r>
            <a:r>
              <a:rPr lang="en-IN"/>
              <a:t> → personalized meal plans</a:t>
            </a:r>
            <a:br>
              <a:rPr lang="en-IN"/>
            </a:br>
            <a:r>
              <a:rPr lang="en-IN" b="1"/>
              <a:t>Health Advisory</a:t>
            </a:r>
            <a:r>
              <a:rPr lang="en-IN"/>
              <a:t> → preventive &amp; disease-specific guidance</a:t>
            </a:r>
            <a:br>
              <a:rPr lang="en-IN"/>
            </a:br>
            <a:r>
              <a:rPr lang="en-IN" b="1"/>
              <a:t>Food Log &amp; Feedback</a:t>
            </a:r>
            <a:r>
              <a:rPr lang="en-IN"/>
              <a:t> → text/image/voice meal analysis</a:t>
            </a:r>
          </a:p>
          <a:p>
            <a:r>
              <a:rPr lang="en-IN" b="1"/>
              <a:t>Key Features:</a:t>
            </a:r>
            <a:br>
              <a:rPr lang="en-IN"/>
            </a:br>
            <a:r>
              <a:rPr lang="en-IN"/>
              <a:t>Personalized Diet Plans • Multimodal Meal Logging • Nutrition Analysis • Calorie &amp; Macro Tracking • Health Goals • Deficiency Insights • AI Chat • Interactive Dashboard</a:t>
            </a:r>
          </a:p>
          <a:p>
            <a:r>
              <a:rPr lang="en-IN" b="1"/>
              <a:t>IBM Integration:</a:t>
            </a:r>
            <a:br>
              <a:rPr lang="en-IN"/>
            </a:br>
            <a:r>
              <a:rPr lang="en-IN" b="1"/>
              <a:t>IBM Bob</a:t>
            </a:r>
            <a:r>
              <a:rPr lang="en-IN"/>
              <a:t> – Agent orchestration | </a:t>
            </a:r>
            <a:r>
              <a:rPr lang="en-IN" b="1"/>
              <a:t>watsonx.ai</a:t>
            </a:r>
            <a:r>
              <a:rPr lang="en-IN"/>
              <a:t> – AI platform | </a:t>
            </a:r>
            <a:r>
              <a:rPr lang="en-IN" b="1"/>
              <a:t>Granite</a:t>
            </a:r>
            <a:r>
              <a:rPr lang="en-IN"/>
              <a:t> – Reasoning &amp; Generation</a:t>
            </a:r>
          </a:p>
          <a:p>
            <a:r>
              <a:rPr lang="en-IN" b="1"/>
              <a:t>Outcome:</a:t>
            </a:r>
            <a:r>
              <a:rPr lang="en-IN"/>
              <a:t> </a:t>
            </a:r>
            <a:r>
              <a:rPr lang="en-IN" b="1"/>
              <a:t>Real-time, personalized, grounded and actionable nutrition insights.</a:t>
            </a:r>
            <a:endParaRPr lang="en-IN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Bob platform </a:t>
            </a:r>
            <a:r>
              <a:rPr lang="en-US" sz="180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</a:t>
            </a:r>
            <a:r>
              <a:rPr lang="en-US" sz="1800" b="1" err="1"/>
              <a:t>Grainte</a:t>
            </a:r>
            <a:r>
              <a:rPr lang="en-US" sz="1800" b="1"/>
              <a:t> model </a:t>
            </a:r>
            <a:r>
              <a:rPr lang="en-US" sz="1800"/>
              <a:t>-  for </a:t>
            </a:r>
            <a:r>
              <a:rPr lang="en-US" sz="1800" err="1"/>
              <a:t>eg</a:t>
            </a:r>
            <a:r>
              <a:rPr lang="en-US" sz="180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It provides the infrastructure to build, deploy, and scale the Nutrition Agent efficiently.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(FAISS/Chroma) – For RAG-based nutritional data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Main.py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Style.css 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pPr marL="342900" indent="-342900">
              <a:buFont typeface="+mj-lt"/>
              <a:buAutoNum type="arabicPeriod"/>
            </a:pPr>
            <a:r>
              <a:rPr lang="en-US" sz="1800"/>
              <a:t>Index.html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E3776-A85A-8C8A-2125-328C2A5F3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715" y="1027728"/>
            <a:ext cx="8915165" cy="466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C55E2-7746-DE67-0BFD-D4D13FF9D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9" y="1316262"/>
            <a:ext cx="9969910" cy="521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C5C9D2-88C3-D1D6-E4D0-CA51F3B44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468" y="771747"/>
            <a:ext cx="8781435" cy="585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Role of Agentic AI in Nutrition Agent</a:t>
            </a:r>
          </a:p>
          <a:p>
            <a:pPr lvl="0"/>
            <a:r>
              <a:rPr lang="en-IN" b="1"/>
              <a:t>Autonomous Decision-Making:</a:t>
            </a:r>
            <a:r>
              <a:rPr lang="en-IN"/>
              <a:t> IBM watsonx.ai + Granite coordinate nutrition tasks beyond basic chatbot responses.</a:t>
            </a:r>
          </a:p>
          <a:p>
            <a:pPr lvl="0"/>
            <a:r>
              <a:rPr lang="en-IN" b="1"/>
              <a:t>Multi-Agent Collaboration:</a:t>
            </a:r>
            <a:r>
              <a:rPr lang="en-IN"/>
              <a:t> Specialized agents handle </a:t>
            </a:r>
            <a:r>
              <a:rPr lang="en-IN" b="1"/>
              <a:t>nutrition retrieval, diet planning, health advisory, and food-log analysis</a:t>
            </a:r>
            <a:r>
              <a:rPr lang="en-IN"/>
              <a:t>.</a:t>
            </a:r>
          </a:p>
          <a:p>
            <a:pPr lvl="0"/>
            <a:r>
              <a:rPr lang="en-IN" b="1"/>
              <a:t>Context Awareness:</a:t>
            </a:r>
            <a:r>
              <a:rPr lang="en-IN"/>
              <a:t> Considers </a:t>
            </a:r>
            <a:r>
              <a:rPr lang="en-IN" b="1"/>
              <a:t>age, health conditions, allergies, preferences, and fitness goals</a:t>
            </a:r>
            <a:r>
              <a:rPr lang="en-IN"/>
              <a:t>.</a:t>
            </a:r>
          </a:p>
          <a:p>
            <a:pPr lvl="0"/>
            <a:r>
              <a:rPr lang="en-IN" b="1"/>
              <a:t>Real-Time Adaptation:</a:t>
            </a:r>
            <a:r>
              <a:rPr lang="en-IN"/>
              <a:t> Updates recommendations based on </a:t>
            </a:r>
            <a:r>
              <a:rPr lang="en-IN" b="1"/>
              <a:t>daily meals and user feedback</a:t>
            </a:r>
            <a:r>
              <a:rPr lang="en-IN"/>
              <a:t>.</a:t>
            </a:r>
          </a:p>
          <a:p>
            <a:pPr lvl="0"/>
            <a:r>
              <a:rPr lang="en-IN" b="1"/>
              <a:t>Agent Communication:</a:t>
            </a:r>
            <a:r>
              <a:rPr lang="en-IN"/>
              <a:t> Agents collaborate to improve </a:t>
            </a:r>
            <a:r>
              <a:rPr lang="en-IN" b="1"/>
              <a:t>decision-making and task execution</a:t>
            </a:r>
            <a:r>
              <a:rPr lang="en-IN"/>
              <a:t>.</a:t>
            </a:r>
          </a:p>
          <a:p>
            <a:pPr lvl="0"/>
            <a:r>
              <a:rPr lang="en-IN" b="1"/>
              <a:t>Goal-Driven Guidance:</a:t>
            </a:r>
            <a:r>
              <a:rPr lang="en-IN"/>
              <a:t> Delivers </a:t>
            </a:r>
            <a:r>
              <a:rPr lang="en-IN" b="1"/>
              <a:t>personalized, proactive, and actionable nutrition recommendations</a:t>
            </a:r>
            <a:r>
              <a:rPr lang="en-IN"/>
              <a:t>.</a:t>
            </a:r>
          </a:p>
          <a:p>
            <a:r>
              <a:rPr lang="en-IN" b="1"/>
              <a:t>Outcome:</a:t>
            </a:r>
            <a:r>
              <a:rPr lang="en-IN"/>
              <a:t> A smart digital nutritionist providing </a:t>
            </a:r>
            <a:r>
              <a:rPr lang="en-IN" b="1"/>
              <a:t>personalized, context-aware, and adaptive health guidance</a:t>
            </a:r>
            <a:r>
              <a:rPr lang="en-IN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DCA4F-8B0D-124C-7B71-696EFD2C1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370677"/>
            <a:ext cx="5962159" cy="3112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ADBC3-348C-D541-ED64-AAFB08053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03" y="619704"/>
            <a:ext cx="5515897" cy="469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888D2-3F6C-C65D-6E49-7C510511D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94" y="279005"/>
            <a:ext cx="11150718" cy="65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B7C29-31A7-96A9-9D35-751F1C72C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159096"/>
            <a:ext cx="8278133" cy="540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/>
              <a:t>Novelty &amp; Uniqueness</a:t>
            </a:r>
          </a:p>
          <a:p>
            <a:pPr lvl="0"/>
            <a:r>
              <a:rPr lang="en-IN" sz="1800" b="1"/>
              <a:t>Multi-Agent Nutrition System</a:t>
            </a:r>
            <a:r>
              <a:rPr lang="en-IN" sz="1800"/>
              <a:t> – Specialized AI agents collaborate instead of relying on a single chatbot.</a:t>
            </a:r>
          </a:p>
          <a:p>
            <a:pPr lvl="0"/>
            <a:r>
              <a:rPr lang="en-IN" sz="1800" b="1"/>
              <a:t>RAG-Grounded Responses</a:t>
            </a:r>
            <a:r>
              <a:rPr lang="en-IN" sz="1800"/>
              <a:t> – Retrieves nutrition data before generating recommendations, reducing unsupported answers.</a:t>
            </a:r>
          </a:p>
          <a:p>
            <a:pPr lvl="0"/>
            <a:r>
              <a:rPr lang="en-IN" sz="1800" b="1"/>
              <a:t>Multimodal Food Logging</a:t>
            </a:r>
            <a:r>
              <a:rPr lang="en-IN" sz="1800"/>
              <a:t> – Accepts </a:t>
            </a:r>
            <a:r>
              <a:rPr lang="en-IN" sz="1800" b="1"/>
              <a:t>Text, Image &amp; Voice</a:t>
            </a:r>
            <a:r>
              <a:rPr lang="en-IN" sz="1800"/>
              <a:t> for convenient meal tracking.</a:t>
            </a:r>
          </a:p>
          <a:p>
            <a:pPr lvl="0"/>
            <a:r>
              <a:rPr lang="en-IN" sz="1800" b="1"/>
              <a:t>Personalized &amp; Context-Aware</a:t>
            </a:r>
            <a:r>
              <a:rPr lang="en-IN" sz="1800"/>
              <a:t> – Adapts recommendations to </a:t>
            </a:r>
            <a:r>
              <a:rPr lang="en-IN" sz="1800" b="1"/>
              <a:t>health conditions, allergies, preferences &amp; fitness goals</a:t>
            </a:r>
            <a:r>
              <a:rPr lang="en-IN" sz="1800"/>
              <a:t>.</a:t>
            </a:r>
          </a:p>
          <a:p>
            <a:pPr lvl="0"/>
            <a:r>
              <a:rPr lang="en-IN" sz="1800" b="1"/>
              <a:t>Continuous Feedback Loop</a:t>
            </a:r>
            <a:r>
              <a:rPr lang="en-IN" sz="1800"/>
              <a:t> – Uses logged meals and progress to dynamically refine recommendations.</a:t>
            </a:r>
          </a:p>
          <a:p>
            <a:pPr lvl="0"/>
            <a:r>
              <a:rPr lang="en-IN" sz="1800" b="1"/>
              <a:t>Preventive Nutrition Focus</a:t>
            </a:r>
            <a:r>
              <a:rPr lang="en-IN" sz="1800"/>
              <a:t> – Combines everyday diet planning with </a:t>
            </a:r>
            <a:r>
              <a:rPr lang="en-IN" sz="1800" b="1"/>
              <a:t>disease-specific and health-oriented guidance</a:t>
            </a:r>
            <a:r>
              <a:rPr lang="en-IN" sz="1800"/>
              <a:t>.</a:t>
            </a:r>
          </a:p>
          <a:p>
            <a:r>
              <a:rPr lang="en-IN" sz="1800" b="1"/>
              <a:t>Unique Value:</a:t>
            </a:r>
            <a:r>
              <a:rPr lang="en-IN" sz="1800"/>
              <a:t> An </a:t>
            </a:r>
            <a:r>
              <a:rPr lang="en-IN" sz="1800" b="1"/>
              <a:t>adaptive, goal-driven AI nutrition ecosystem</a:t>
            </a:r>
            <a:r>
              <a:rPr lang="en-IN" sz="1800"/>
              <a:t> rather than a conventional diet planner or calorie tracker.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/>
              <a:t>Future Scope</a:t>
            </a:r>
          </a:p>
          <a:p>
            <a:pPr lvl="0"/>
            <a:r>
              <a:rPr lang="en-IN" sz="2000" b="1"/>
              <a:t>Wearable Integration</a:t>
            </a:r>
            <a:r>
              <a:rPr lang="en-IN" sz="2000"/>
              <a:t> – Connect fitness bands and smartwatches for real-time activity and health data.</a:t>
            </a:r>
          </a:p>
          <a:p>
            <a:pPr lvl="0"/>
            <a:r>
              <a:rPr lang="en-IN" sz="2000" b="1"/>
              <a:t>Advanced Personalization</a:t>
            </a:r>
            <a:r>
              <a:rPr lang="en-IN" sz="2000"/>
              <a:t> – Adapt plans using lifestyle, preferences, progress and long-term health goals.</a:t>
            </a:r>
          </a:p>
          <a:p>
            <a:pPr lvl="0"/>
            <a:r>
              <a:rPr lang="en-IN" sz="2000" b="1"/>
              <a:t>Regional Food Intelligence</a:t>
            </a:r>
            <a:r>
              <a:rPr lang="en-IN" sz="2000"/>
              <a:t> – Expand nutrition database for </a:t>
            </a:r>
            <a:r>
              <a:rPr lang="en-IN" sz="2000" b="1"/>
              <a:t>Indian, regional and cultural cuisines</a:t>
            </a:r>
            <a:r>
              <a:rPr lang="en-IN" sz="2000"/>
              <a:t>.</a:t>
            </a:r>
          </a:p>
          <a:p>
            <a:pPr lvl="0"/>
            <a:r>
              <a:rPr lang="en-IN" sz="2000" b="1"/>
              <a:t>Predictive Health Insights</a:t>
            </a:r>
            <a:r>
              <a:rPr lang="en-IN" sz="2000"/>
              <a:t> – Identify nutritional risks and trends through user history.</a:t>
            </a:r>
          </a:p>
          <a:p>
            <a:pPr lvl="0"/>
            <a:r>
              <a:rPr lang="en-IN" sz="2000" b="1"/>
              <a:t>Voice-First Nutrition Assistant</a:t>
            </a:r>
            <a:r>
              <a:rPr lang="en-IN" sz="2000"/>
              <a:t> – Enable natural voice-based interaction and hands-free meal logging.</a:t>
            </a:r>
          </a:p>
          <a:p>
            <a:pPr lvl="0"/>
            <a:r>
              <a:rPr lang="en-IN" sz="2000" b="1"/>
              <a:t>Scalable Agent Ecosystem</a:t>
            </a:r>
            <a:r>
              <a:rPr lang="en-IN" sz="2000"/>
              <a:t> – Add specialized agents for </a:t>
            </a:r>
            <a:r>
              <a:rPr lang="en-IN" sz="2000" b="1"/>
              <a:t>fitness, meal shopping, recipes and health monitoring</a:t>
            </a:r>
            <a:r>
              <a:rPr lang="en-IN" sz="2000"/>
              <a:t>.</a:t>
            </a:r>
          </a:p>
          <a:p>
            <a:pPr lvl="0"/>
            <a:r>
              <a:rPr lang="en-IN" sz="2000" b="1"/>
              <a:t>Mobile &amp; Cloud Deployment</a:t>
            </a:r>
            <a:r>
              <a:rPr lang="en-IN" sz="2000"/>
              <a:t> – Extend the platform for scalable, cross-device access.</a:t>
            </a:r>
          </a:p>
          <a:p>
            <a:r>
              <a:rPr lang="en-IN" sz="2000" b="1"/>
              <a:t>Future Vision:</a:t>
            </a:r>
            <a:r>
              <a:rPr lang="en-IN" sz="2000"/>
              <a:t> A continuously learning </a:t>
            </a:r>
            <a:r>
              <a:rPr lang="en-IN" sz="2000" b="1"/>
              <a:t>AI-powered personal nutrition ecosystem</a:t>
            </a:r>
            <a:r>
              <a:rPr lang="en-IN" sz="2000"/>
              <a:t> integrating food, fitness and preventive health.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A016A-DF56-CA55-42A1-0C954261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3" y="1367169"/>
            <a:ext cx="8129756" cy="511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838142-AC33-FF96-3AE0-4DBA2F7B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85" y="1568182"/>
            <a:ext cx="8216648" cy="468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1136</Words>
  <Application>Microsoft Office PowerPoint</Application>
  <PresentationFormat>Widescreen</PresentationFormat>
  <Paragraphs>135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Darshan Chikorde</cp:lastModifiedBy>
  <cp:revision>4</cp:revision>
  <dcterms:created xsi:type="dcterms:W3CDTF">2025-07-08T05:06:56Z</dcterms:created>
  <dcterms:modified xsi:type="dcterms:W3CDTF">2026-09-23T17:22:33Z</dcterms:modified>
</cp:coreProperties>
</file>